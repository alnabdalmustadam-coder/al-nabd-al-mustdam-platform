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66d1c4f3046bf" /><Relationship Type="http://schemas.openxmlformats.org/officeDocument/2006/relationships/extended-properties" Target="/docProps/app.xml" Id="R865a1e1e838c4a1c" /><Relationship Type="http://schemas.openxmlformats.org/officeDocument/2006/relationships/officeDocument" Target="/ppt/presentation.xml" Id="R1d68a939dda64e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395cbf3f334e6e"/>
  </p:sldMasterIdLst>
  <p:notesMasterIdLst>
    <p:notesMasterId xmlns:r="http://schemas.openxmlformats.org/officeDocument/2006/relationships" r:id="Re399d15cadf54b00"/>
  </p:notesMasterIdLst>
  <p:sldIdLst>
    <p:sldId xmlns:r="http://schemas.openxmlformats.org/officeDocument/2006/relationships" id="256" r:id="R47ef59d8d5994573"/>
    <p:sldId xmlns:r="http://schemas.openxmlformats.org/officeDocument/2006/relationships" id="257" r:id="R2194edb519114b2d"/>
    <p:sldId xmlns:r="http://schemas.openxmlformats.org/officeDocument/2006/relationships" id="258" r:id="R990a30a9862f4e33"/>
    <p:sldId xmlns:r="http://schemas.openxmlformats.org/officeDocument/2006/relationships" id="259" r:id="R7a4db0a7438548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fe8b8e10144e6d" /><Relationship Type="http://schemas.openxmlformats.org/officeDocument/2006/relationships/slideMaster" Target="/ppt/slideMasters/slideMaster1.xml" Id="R75395cbf3f334e6e" /><Relationship Type="http://schemas.openxmlformats.org/officeDocument/2006/relationships/notesMaster" Target="/ppt/notesMasters/notesMaster1.xml" Id="Re399d15cadf54b00" /><Relationship Type="http://schemas.openxmlformats.org/officeDocument/2006/relationships/presProps" Target="/ppt/presProps.xml" Id="Rfd3ef1b81af840f7" /><Relationship Type="http://schemas.openxmlformats.org/officeDocument/2006/relationships/tableStyles" Target="/ppt/tableStyles.xml" Id="Rb733a10b483a443d" /><Relationship Type="http://schemas.openxmlformats.org/officeDocument/2006/relationships/slide" Target="/ppt/slides/slide1.xml" Id="R47ef59d8d5994573" /><Relationship Type="http://schemas.openxmlformats.org/officeDocument/2006/relationships/slide" Target="/ppt/slides/slide2.xml" Id="R2194edb519114b2d" /><Relationship Type="http://schemas.openxmlformats.org/officeDocument/2006/relationships/slide" Target="/ppt/slides/slide3.xml" Id="R990a30a9862f4e33" /><Relationship Type="http://schemas.openxmlformats.org/officeDocument/2006/relationships/slide" Target="/ppt/slides/slide4.xml" Id="R7a4db0a7438548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e8c564d10a4e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5c9eeb7c2e44da" /><Relationship Type="http://schemas.openxmlformats.org/officeDocument/2006/relationships/notesMaster" Target="/ppt/notesMasters/notesMaster1.xml" Id="Re611d2a600704c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1139e54646456b" /><Relationship Type="http://schemas.openxmlformats.org/officeDocument/2006/relationships/notesMaster" Target="/ppt/notesMasters/notesMaster1.xml" Id="R91a2cad7ab9c4f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b4f1e60ef840c4" /><Relationship Type="http://schemas.openxmlformats.org/officeDocument/2006/relationships/notesMaster" Target="/ppt/notesMasters/notesMaster1.xml" Id="Rd215f546efeb45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7018327e49454e" /><Relationship Type="http://schemas.openxmlformats.org/officeDocument/2006/relationships/notesMaster" Target="/ppt/notesMasters/notesMaster1.xml" Id="Rd2b6a26bdf2745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4580e82894b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cd41b234548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d610473c442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ae75ac0cd4d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7cb58f38449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97e9cc81746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573F13-B17C-42C0-988E-7EA5D657C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AC93DE-E8D8-4A4F-97FB-301A835492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B6E450-DEE9-4DDC-BA4F-BFB4E4EC8E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A3472E-D9F5-4962-BD4D-0444BE27B0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90A60B-CBE3-4DAE-A243-8D550547C4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1901DB-39C8-4D2E-B965-AA9B983DC8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88C71A-81B8-42D6-9219-5C4CAEFF20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160DA9-C344-47AC-97FE-A65ED466CB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2808B8-EB7A-4DAA-971C-773A4E5C01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D50628-C03C-4C9B-ADD2-616D2D707F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c03355b4046ed" /><Relationship Type="http://schemas.openxmlformats.org/officeDocument/2006/relationships/slideLayout" Target="/ppt/slideLayouts/slideLayout1.xml" Id="R446f8f844ff341c0" /><Relationship Type="http://schemas.openxmlformats.org/officeDocument/2006/relationships/slideLayout" Target="/ppt/slideLayouts/slideLayout2.xml" Id="Re6cad67a67fc4564" /><Relationship Type="http://schemas.openxmlformats.org/officeDocument/2006/relationships/slideLayout" Target="/ppt/slideLayouts/slideLayout3.xml" Id="Rc34ee41530154bc3" /><Relationship Type="http://schemas.openxmlformats.org/officeDocument/2006/relationships/slideLayout" Target="/ppt/slideLayouts/slideLayout4.xml" Id="R7c3619f4f3254998" /><Relationship Type="http://schemas.openxmlformats.org/officeDocument/2006/relationships/slideLayout" Target="/ppt/slideLayouts/slideLayout5.xml" Id="R01a8d509996c4875" /><Relationship Type="http://schemas.openxmlformats.org/officeDocument/2006/relationships/slideLayout" Target="/ppt/slideLayouts/slideLayout6.xml" Id="R353de25b811247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6f8f844ff341c0"/>
    <p:sldLayoutId xmlns:r="http://schemas.openxmlformats.org/officeDocument/2006/relationships" id="2147483650" r:id="Re6cad67a67fc4564"/>
    <p:sldLayoutId xmlns:r="http://schemas.openxmlformats.org/officeDocument/2006/relationships" id="2147483651" r:id="Rc34ee41530154bc3"/>
    <p:sldLayoutId xmlns:r="http://schemas.openxmlformats.org/officeDocument/2006/relationships" id="2147483652" r:id="R7c3619f4f3254998"/>
    <p:sldLayoutId xmlns:r="http://schemas.openxmlformats.org/officeDocument/2006/relationships" id="2147483653" r:id="R01a8d509996c4875"/>
    <p:sldLayoutId xmlns:r="http://schemas.openxmlformats.org/officeDocument/2006/relationships" id="2147483654" r:id="R353de25b811247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31309f9b8f4db8" /><Relationship Type="http://schemas.openxmlformats.org/officeDocument/2006/relationships/notesSlide" Target="/ppt/notesSlides/notesSlide1.xml" Id="Rfb47a00c9a674e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4263faa7bb4771" /><Relationship Type="http://schemas.openxmlformats.org/officeDocument/2006/relationships/notesSlide" Target="/ppt/notesSlides/notesSlide2.xml" Id="R2d6a679e246049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ffeea4fbeb467f" /><Relationship Type="http://schemas.openxmlformats.org/officeDocument/2006/relationships/notesSlide" Target="/ppt/notesSlides/notesSlide3.xml" Id="R86d8a9bdee8a48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5e68273144319" /><Relationship Type="http://schemas.openxmlformats.org/officeDocument/2006/relationships/notesSlide" Target="/ppt/notesSlides/notesSlide4.xml" Id="R450d7347e9d94b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24462-3197-41B4-A2CB-0B4B3FC1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7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rPr>
              <a:t>رحلة تعلم بخطوات واضحة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D427A-2E7F-4DDB-B0E5-25438849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rPr>
              <a:t>مختبر تجربة التطوير المهني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0BE72-9807-489C-9098-5CD2A210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028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rPr>
              <a:t>أهداف محددة ومحتوى تفاعلي وتقييم يساعدك على المراجعة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4D828-F05D-4CBE-9879-1D9358A0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rPr>
              <a:t>النبض المستدام     1</a:t>
            </a:r>
          </a:p>
        </p:txBody>
      </p:sp>
    </p:spTree>
    <p:extLst>
      <p:ext uri="{BB962C8B-B14F-4D97-AF65-F5344CB8AC3E}">
        <p14:creationId xmlns:p14="http://schemas.microsoft.com/office/powerpoint/2010/main" val="1237322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DB920-8F45-45AD-9BC8-74C8E416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7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rPr>
              <a:t>الهدف وخطة التنفيذ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26ADA-6018-4BA4-8B99-C08B389D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rPr>
              <a:t>الهدف يوضح ما تريد أن تستطيع فعله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C3B58-8E15-4BD3-BA38-D5E86C1B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028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rPr>
              <a:t>قسّم التنفيذ إلى خطوات قصيرة، وحدد وقتًا للمراجعة.</a:t>
            </a:r>
          </a:p>
          <a:p xmlns:a="http://schemas.openxmlformats.org/drawingml/2006/main">
            <a:pPr algn="r" rtl="1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rPr>
              <a:t>مثال: ملخص من خمس نقاط بعد قراءة الدرس.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E3CBC-C675-4DD1-BAE5-96A0B456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rPr>
              <a:t>النبض المستدام     2</a:t>
            </a:r>
          </a:p>
        </p:txBody>
      </p:sp>
    </p:spTree>
    <p:extLst>
      <p:ext uri="{BB962C8B-B14F-4D97-AF65-F5344CB8AC3E}">
        <p14:creationId xmlns:p14="http://schemas.microsoft.com/office/powerpoint/2010/main" val="241662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A4526-CE63-4156-A632-0BA477B9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7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rPr>
              <a:t>دليل الإنجاز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5FDF5-9CEF-459F-85E0-2BF55F89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rPr>
              <a:t>الناتج الذي يوضح أنك طبقت ما تعلمته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1B6B6-8DA4-45AE-8BBB-C3FEAE8F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028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rPr>
              <a:t>احتفظ بملخص أو مثال أو تطبيق عملي.</a:t>
            </a:r>
          </a:p>
          <a:p xmlns:a="http://schemas.openxmlformats.org/drawingml/2006/main">
            <a:pPr algn="r" rtl="1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rPr>
              <a:t>قارن الناتج بهدفك وحدد ما يحتاج إلى تحسين.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F0562-A49F-47CD-943A-0A223463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rPr>
              <a:t>النبض المستدام     3</a:t>
            </a:r>
          </a:p>
        </p:txBody>
      </p:sp>
    </p:spTree>
    <p:extLst>
      <p:ext uri="{BB962C8B-B14F-4D97-AF65-F5344CB8AC3E}">
        <p14:creationId xmlns:p14="http://schemas.microsoft.com/office/powerpoint/2010/main" val="169930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BF29B-83BE-4EEE-A5B0-6984FD6E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7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A7C"/>
                </a:solidFill>
                <a:latin typeface="DejaVu Sans"/>
                <a:ea typeface="DejaVu Sans"/>
                <a:cs typeface="DejaVu Sans"/>
              </a:rPr>
              <a:t>الاختبارات والرضا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09D34-390B-4AFD-82FB-F26276FE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68466"/>
                </a:solidFill>
                <a:latin typeface="DejaVu Sans"/>
                <a:ea typeface="DejaVu Sans"/>
                <a:cs typeface="DejaVu Sans"/>
              </a:rPr>
              <a:t>النتيجة والرضا يخدمان غرضين مختلفين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5F0DB-51E4-4351-BFB7-CB5D38F3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028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rPr>
              <a:t>القبلي يسجل نقطة البداية، والبعدي يراجع ما تعلمته.</a:t>
            </a:r>
          </a:p>
          <a:p xmlns:a="http://schemas.openxmlformats.org/drawingml/2006/main">
            <a:pPr algn="r" rtl="1">
              <a:def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770"/>
                </a:solidFill>
                <a:latin typeface="DejaVu Sans"/>
                <a:ea typeface="DejaVu Sans"/>
                <a:cs typeface="DejaVu Sans"/>
              </a:rPr>
              <a:t>القلب يعبر عن رضاك عن المحتوى أو الاختبار.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1BED9-793B-4159-A629-AC177F6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 rtl="1">
              <a:def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B7B8F"/>
                </a:solidFill>
                <a:latin typeface="DejaVu Sans"/>
                <a:ea typeface="DejaVu Sans"/>
                <a:cs typeface="DejaVu Sans"/>
              </a:rPr>
              <a:t>النبض المستدام     4</a:t>
            </a:r>
          </a:p>
        </p:txBody>
      </p:sp>
    </p:spTree>
    <p:extLst>
      <p:ext uri="{BB962C8B-B14F-4D97-AF65-F5344CB8AC3E}">
        <p14:creationId xmlns:p14="http://schemas.microsoft.com/office/powerpoint/2010/main" val="618776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2026-10-18T16:23:37.7410000Z</dcterms:created>
  <dcterms:modified xsi:type="dcterms:W3CDTF">2026-10-18T16:23:37.7410000Z</dcterms:modified>
</coreProperties>
</file>